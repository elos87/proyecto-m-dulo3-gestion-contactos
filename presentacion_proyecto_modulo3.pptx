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11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0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46644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99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98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73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974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37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94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66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10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864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B6D324E-2D03-4162-AF1E-D5E32234E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69630" y="0"/>
            <a:ext cx="6858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8116" y="640080"/>
            <a:ext cx="2306877" cy="1325562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defRPr sz="4400" b="1">
                <a:solidFill>
                  <a:srgbClr val="FFFFFF"/>
                </a:solidFill>
              </a:defRPr>
            </a:pPr>
            <a:r>
              <a:rPr lang="en-US" sz="2200"/>
              <a:t>Sistema de Gestión de Contactos en Python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67D982-25C5-4CC2-AA64-276BE3B2C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5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8116" y="2301555"/>
            <a:ext cx="2306877" cy="3878582"/>
          </a:xfrm>
        </p:spPr>
        <p:txBody>
          <a:bodyPr vert="horz" lIns="91440" tIns="45720" rIns="91440" bIns="45720" rtlCol="0">
            <a:normAutofit/>
          </a:bodyPr>
          <a:lstStyle/>
          <a:p>
            <a:pPr indent="-182880">
              <a:defRPr sz="2400">
                <a:solidFill>
                  <a:srgbClr val="6699CC"/>
                </a:solidFill>
              </a:defRPr>
            </a:pPr>
            <a:r>
              <a:rPr lang="en-US" sz="1400"/>
              <a:t>Proyecto Módulo 3 - Fundamentos de Programación Python</a:t>
            </a:r>
          </a:p>
          <a:p>
            <a:pPr indent="-182880"/>
            <a:endParaRPr lang="en-US" sz="1400"/>
          </a:p>
          <a:p>
            <a:pPr indent="-182880"/>
            <a:r>
              <a:rPr lang="en-US" sz="1400"/>
              <a:t>Osvaldo Andrés Muñoz Valenzuela</a:t>
            </a:r>
          </a:p>
          <a:p>
            <a:pPr indent="-182880"/>
            <a:r>
              <a:rPr lang="en-US" sz="1400"/>
              <a:t>Bootcamp Análisis de Datos – M3</a:t>
            </a:r>
          </a:p>
          <a:p>
            <a:pPr indent="-182880"/>
            <a:r>
              <a:rPr lang="en-US" sz="1400"/>
              <a:t>28 de febrero de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9DD19-96A8-8E80-3F7B-FBCA012EEC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76" r="33562"/>
          <a:stretch>
            <a:fillRect/>
          </a:stretch>
        </p:blipFill>
        <p:spPr>
          <a:xfrm>
            <a:off x="3479292" y="10"/>
            <a:ext cx="5664708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Objetivo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rPr dirty="0"/>
              <a:t>• Resolver la </a:t>
            </a:r>
            <a:r>
              <a:rPr dirty="0" err="1"/>
              <a:t>necesidad</a:t>
            </a:r>
            <a:r>
              <a:rPr dirty="0"/>
              <a:t> de registrar y </a:t>
            </a:r>
            <a:r>
              <a:rPr dirty="0" err="1"/>
              <a:t>organizar</a:t>
            </a:r>
            <a:r>
              <a:rPr dirty="0"/>
              <a:t> </a:t>
            </a:r>
            <a:r>
              <a:rPr dirty="0" err="1"/>
              <a:t>contactos</a:t>
            </a:r>
            <a:r>
              <a:rPr dirty="0"/>
              <a:t> de </a:t>
            </a:r>
            <a:r>
              <a:rPr dirty="0" err="1"/>
              <a:t>manera</a:t>
            </a:r>
            <a:r>
              <a:rPr dirty="0"/>
              <a:t> </a:t>
            </a:r>
            <a:r>
              <a:rPr dirty="0" err="1"/>
              <a:t>sencilla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</a:t>
            </a:r>
            <a:r>
              <a:rPr dirty="0" err="1"/>
              <a:t>consola</a:t>
            </a:r>
            <a:endParaRPr dirty="0"/>
          </a:p>
          <a:p>
            <a:endParaRPr dirty="0"/>
          </a:p>
          <a:p>
            <a:r>
              <a:rPr dirty="0"/>
              <a:t>• </a:t>
            </a:r>
            <a:r>
              <a:rPr dirty="0" err="1"/>
              <a:t>Aplicar</a:t>
            </a:r>
            <a:r>
              <a:rPr dirty="0"/>
              <a:t> </a:t>
            </a:r>
            <a:r>
              <a:rPr dirty="0" err="1"/>
              <a:t>contenidos</a:t>
            </a:r>
            <a:r>
              <a:rPr dirty="0"/>
              <a:t> del </a:t>
            </a:r>
            <a:r>
              <a:rPr dirty="0" err="1"/>
              <a:t>módulo</a:t>
            </a:r>
            <a:r>
              <a:rPr dirty="0"/>
              <a:t>:</a:t>
            </a:r>
          </a:p>
          <a:p>
            <a:r>
              <a:rPr dirty="0"/>
              <a:t>  • Variables y </a:t>
            </a:r>
            <a:r>
              <a:rPr dirty="0" err="1"/>
              <a:t>tipos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(</a:t>
            </a:r>
            <a:r>
              <a:rPr dirty="0" err="1"/>
              <a:t>Lección</a:t>
            </a:r>
            <a:r>
              <a:rPr dirty="0"/>
              <a:t> 1)</a:t>
            </a:r>
          </a:p>
          <a:p>
            <a:r>
              <a:rPr dirty="0"/>
              <a:t>  • </a:t>
            </a:r>
            <a:r>
              <a:rPr dirty="0" err="1"/>
              <a:t>Sentencias</a:t>
            </a:r>
            <a:r>
              <a:rPr dirty="0"/>
              <a:t> </a:t>
            </a:r>
            <a:r>
              <a:rPr dirty="0" err="1"/>
              <a:t>básicas</a:t>
            </a:r>
            <a:r>
              <a:rPr dirty="0"/>
              <a:t> (</a:t>
            </a:r>
            <a:r>
              <a:rPr dirty="0" err="1"/>
              <a:t>Lección</a:t>
            </a:r>
            <a:r>
              <a:rPr dirty="0"/>
              <a:t> 2)</a:t>
            </a:r>
          </a:p>
          <a:p>
            <a:r>
              <a:rPr dirty="0"/>
              <a:t>  • </a:t>
            </a:r>
            <a:r>
              <a:rPr dirty="0" err="1"/>
              <a:t>Sentencias</a:t>
            </a:r>
            <a:r>
              <a:rPr dirty="0"/>
              <a:t> </a:t>
            </a:r>
            <a:r>
              <a:rPr dirty="0" err="1"/>
              <a:t>condicionales</a:t>
            </a:r>
            <a:r>
              <a:rPr dirty="0"/>
              <a:t> (</a:t>
            </a:r>
            <a:r>
              <a:rPr dirty="0" err="1"/>
              <a:t>Lección</a:t>
            </a:r>
            <a:r>
              <a:rPr dirty="0"/>
              <a:t> 3)</a:t>
            </a:r>
          </a:p>
          <a:p>
            <a:r>
              <a:rPr dirty="0"/>
              <a:t>  • </a:t>
            </a:r>
            <a:r>
              <a:rPr dirty="0" err="1"/>
              <a:t>Estructuras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- </a:t>
            </a:r>
            <a:r>
              <a:rPr dirty="0" err="1"/>
              <a:t>Listas</a:t>
            </a:r>
            <a:r>
              <a:rPr dirty="0"/>
              <a:t> (</a:t>
            </a:r>
            <a:r>
              <a:rPr dirty="0" err="1"/>
              <a:t>Lección</a:t>
            </a:r>
            <a:r>
              <a:rPr dirty="0"/>
              <a:t> 5)</a:t>
            </a:r>
          </a:p>
          <a:p>
            <a:r>
              <a:rPr dirty="0"/>
              <a:t>  • </a:t>
            </a:r>
            <a:r>
              <a:rPr dirty="0" err="1"/>
              <a:t>Sentencias</a:t>
            </a:r>
            <a:r>
              <a:rPr dirty="0"/>
              <a:t> </a:t>
            </a:r>
            <a:r>
              <a:rPr dirty="0" err="1"/>
              <a:t>iterativas</a:t>
            </a:r>
            <a:r>
              <a:rPr dirty="0"/>
              <a:t> (</a:t>
            </a:r>
            <a:r>
              <a:rPr dirty="0" err="1"/>
              <a:t>Lección</a:t>
            </a:r>
            <a:r>
              <a:rPr dirty="0"/>
              <a:t> 6)</a:t>
            </a:r>
          </a:p>
          <a:p>
            <a:r>
              <a:rPr dirty="0"/>
              <a:t>  • </a:t>
            </a:r>
            <a:r>
              <a:rPr dirty="0" err="1"/>
              <a:t>Programación</a:t>
            </a:r>
            <a:r>
              <a:rPr dirty="0"/>
              <a:t> </a:t>
            </a:r>
            <a:r>
              <a:rPr dirty="0" err="1"/>
              <a:t>Orientada</a:t>
            </a:r>
            <a:r>
              <a:rPr dirty="0"/>
              <a:t> a </a:t>
            </a:r>
            <a:r>
              <a:rPr dirty="0" err="1"/>
              <a:t>Objetos</a:t>
            </a:r>
            <a:r>
              <a:rPr dirty="0"/>
              <a:t> (</a:t>
            </a:r>
            <a:r>
              <a:rPr dirty="0" err="1"/>
              <a:t>Lección</a:t>
            </a:r>
            <a:r>
              <a:rPr dirty="0"/>
              <a:t> 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Arquitectura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Estructura modular:</a:t>
            </a:r>
          </a:p>
          <a:p>
            <a:endParaRPr/>
          </a:p>
          <a:p>
            <a:r>
              <a:t>main.py → Presentador (Menú interactivo)</a:t>
            </a:r>
          </a:p>
          <a:p>
            <a:r>
              <a:t>modelos.py → Modelo de datos (Clase Contacto)</a:t>
            </a:r>
          </a:p>
          <a:p>
            <a:r>
              <a:t>gestor.py → Lógica de negocio (CRUD)</a:t>
            </a:r>
          </a:p>
          <a:p>
            <a:r>
              <a:t>tests/test_gestor.py → Pruebas unitarias</a:t>
            </a:r>
          </a:p>
          <a:p>
            <a:endParaRPr/>
          </a:p>
          <a:p>
            <a:r>
              <a:t>Diagrama:</a:t>
            </a:r>
          </a:p>
          <a:p>
            <a:r>
              <a:t>Usuario ↔ main.py ↔ gestor.py ↔ [Lista Contactos]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Detalles Técnicos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• Listas para almacenamiento en memoria (Lección 5)</a:t>
            </a:r>
          </a:p>
          <a:p>
            <a:endParaRPr/>
          </a:p>
          <a:p>
            <a:r>
              <a:t>• Condicionales if/elif/else y while para el menú (Lección 3, 6)</a:t>
            </a:r>
          </a:p>
          <a:p>
            <a:endParaRPr/>
          </a:p>
          <a:p>
            <a:r>
              <a:t>• Clases y métodos para encapsular lógica (Lección 7)</a:t>
            </a:r>
          </a:p>
          <a:p>
            <a:endParaRPr/>
          </a:p>
          <a:p>
            <a:r>
              <a:t>• Búsqueda con comprensión de listas</a:t>
            </a:r>
          </a:p>
          <a:p>
            <a:endParaRPr/>
          </a:p>
          <a:p>
            <a:r>
              <a:t>• Manejo de índices con validación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Demostración Funcional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rPr dirty="0" err="1"/>
              <a:t>Funcionalidades</a:t>
            </a:r>
            <a:r>
              <a:rPr dirty="0"/>
              <a:t> </a:t>
            </a:r>
            <a:r>
              <a:rPr dirty="0" err="1"/>
              <a:t>implementadas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✅ </a:t>
            </a:r>
            <a:r>
              <a:rPr dirty="0" err="1"/>
              <a:t>Agregar</a:t>
            </a:r>
            <a:r>
              <a:rPr dirty="0"/>
              <a:t> </a:t>
            </a:r>
            <a:r>
              <a:rPr dirty="0" err="1"/>
              <a:t>contacto</a:t>
            </a:r>
            <a:r>
              <a:rPr dirty="0"/>
              <a:t> </a:t>
            </a:r>
            <a:r>
              <a:rPr dirty="0" err="1"/>
              <a:t>completo</a:t>
            </a:r>
            <a:endParaRPr dirty="0"/>
          </a:p>
          <a:p>
            <a:r>
              <a:rPr dirty="0"/>
              <a:t>✅ </a:t>
            </a:r>
            <a:r>
              <a:rPr dirty="0" err="1"/>
              <a:t>Buscar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nombre</a:t>
            </a:r>
            <a:r>
              <a:rPr dirty="0"/>
              <a:t> o </a:t>
            </a:r>
            <a:r>
              <a:rPr dirty="0" err="1"/>
              <a:t>teléfono</a:t>
            </a:r>
            <a:endParaRPr dirty="0"/>
          </a:p>
          <a:p>
            <a:r>
              <a:rPr dirty="0"/>
              <a:t>✅ </a:t>
            </a:r>
            <a:r>
              <a:rPr dirty="0" err="1"/>
              <a:t>Editar</a:t>
            </a:r>
            <a:r>
              <a:rPr dirty="0"/>
              <a:t>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existente</a:t>
            </a:r>
            <a:endParaRPr dirty="0"/>
          </a:p>
          <a:p>
            <a:r>
              <a:rPr dirty="0"/>
              <a:t>✅ </a:t>
            </a:r>
            <a:r>
              <a:rPr dirty="0" err="1"/>
              <a:t>Eliminar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índice</a:t>
            </a:r>
            <a:endParaRPr dirty="0"/>
          </a:p>
          <a:p>
            <a:r>
              <a:rPr dirty="0"/>
              <a:t>✅ </a:t>
            </a:r>
            <a:r>
              <a:rPr dirty="0" err="1"/>
              <a:t>Mostrar</a:t>
            </a:r>
            <a:r>
              <a:rPr dirty="0"/>
              <a:t> </a:t>
            </a:r>
            <a:r>
              <a:rPr dirty="0" err="1"/>
              <a:t>listado</a:t>
            </a:r>
            <a:r>
              <a:rPr dirty="0"/>
              <a:t> </a:t>
            </a:r>
            <a:r>
              <a:rPr dirty="0" err="1"/>
              <a:t>numerado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Pruebas Unitarias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rPr dirty="0" err="1"/>
              <a:t>Pruebas</a:t>
            </a:r>
            <a:r>
              <a:rPr dirty="0"/>
              <a:t> </a:t>
            </a:r>
            <a:r>
              <a:rPr dirty="0" err="1"/>
              <a:t>implementadas</a:t>
            </a:r>
            <a:r>
              <a:rPr dirty="0"/>
              <a:t>:</a:t>
            </a:r>
          </a:p>
          <a:p>
            <a:endParaRPr dirty="0"/>
          </a:p>
          <a:p>
            <a:r>
              <a:rPr dirty="0"/>
              <a:t>• </a:t>
            </a:r>
            <a:r>
              <a:rPr dirty="0" err="1"/>
              <a:t>test_agregar_incrementa_cantidad</a:t>
            </a:r>
            <a:r>
              <a:rPr dirty="0"/>
              <a:t> → ✅</a:t>
            </a:r>
          </a:p>
          <a:p>
            <a:r>
              <a:rPr dirty="0"/>
              <a:t>• </a:t>
            </a:r>
            <a:r>
              <a:rPr dirty="0" err="1"/>
              <a:t>test_buscar_por_nombre</a:t>
            </a:r>
            <a:r>
              <a:rPr dirty="0"/>
              <a:t> → ✅</a:t>
            </a:r>
          </a:p>
          <a:p>
            <a:r>
              <a:rPr dirty="0"/>
              <a:t>• </a:t>
            </a:r>
            <a:r>
              <a:rPr dirty="0" err="1"/>
              <a:t>test_eliminar_deja_lista_vacia</a:t>
            </a:r>
            <a:r>
              <a:rPr dirty="0"/>
              <a:t> → ✅</a:t>
            </a:r>
          </a:p>
          <a:p>
            <a:endParaRPr dirty="0"/>
          </a:p>
          <a:p>
            <a:r>
              <a:rPr dirty="0" err="1"/>
              <a:t>Ejecutar</a:t>
            </a:r>
            <a:r>
              <a:rPr dirty="0"/>
              <a:t> con:</a:t>
            </a:r>
          </a:p>
          <a:p>
            <a:r>
              <a:rPr dirty="0"/>
              <a:t>`python -m </a:t>
            </a:r>
            <a:r>
              <a:rPr dirty="0" err="1"/>
              <a:t>unittest</a:t>
            </a:r>
            <a:r>
              <a:rPr dirty="0"/>
              <a:t> discover -s tests`</a:t>
            </a:r>
          </a:p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sta">
  <a:themeElements>
    <a:clrScheme name="Vista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TM03457515[[fn=Vista]]</Template>
  <TotalTime>3</TotalTime>
  <Words>302</Words>
  <Application>Microsoft Office PowerPoint</Application>
  <PresentationFormat>Presentación en pantalla (4:3)</PresentationFormat>
  <Paragraphs>53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Century Schoolbook</vt:lpstr>
      <vt:lpstr>Wingdings 2</vt:lpstr>
      <vt:lpstr>Vista</vt:lpstr>
      <vt:lpstr>Sistema de Gestión de Contactos en Python</vt:lpstr>
      <vt:lpstr>Objetivo del Sistema</vt:lpstr>
      <vt:lpstr>Arquitectura del Proyecto</vt:lpstr>
      <vt:lpstr>Detalles Técnicos Clave</vt:lpstr>
      <vt:lpstr>Demostración Funcional</vt:lpstr>
      <vt:lpstr>Pruebas Unitarias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OSVALDO ANDRÉS MUÑOZ VALENZUELA</cp:lastModifiedBy>
  <cp:revision>4</cp:revision>
  <dcterms:created xsi:type="dcterms:W3CDTF">2013-01-27T09:14:16Z</dcterms:created>
  <dcterms:modified xsi:type="dcterms:W3CDTF">2026-02-28T17:26:03Z</dcterms:modified>
  <cp:category/>
</cp:coreProperties>
</file>